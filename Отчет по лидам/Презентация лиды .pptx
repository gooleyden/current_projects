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0" autoAdjust="0"/>
    <p:restoredTop sz="94660"/>
  </p:normalViewPr>
  <p:slideViewPr>
    <p:cSldViewPr snapToGrid="0">
      <p:cViewPr varScale="1">
        <p:scale>
          <a:sx n="65" d="100"/>
          <a:sy n="65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07B99-6C05-0CDA-373A-36582D49B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107C48-4054-EBDD-9546-A1F83D090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D0C508-B237-D6CE-613E-484FD4B6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287E49-C0DB-979A-C93F-70E1EEF6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6E786-AF97-44A5-0844-7E58A97F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20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9AE1D-7CB8-7376-786D-76CFAF0B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D38B61-8C73-F52D-86F1-78E315829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B3FDFE-DB6E-A426-105F-0372278A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75C296-2669-5448-E894-5837A642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547761-8B4F-91A7-2679-6F40953E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7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D2693-F13D-11AA-6E7F-79900A75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EA71D2-DFB4-2D35-89B5-CD7D62A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D53438-901F-670F-4FE8-6AEC7BD9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EB90F2-0777-07E7-BDD2-AECAD5AE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B6AC03-B421-C555-C8E0-4283FCF2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30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FC760-7829-8C12-B6F4-1720ADDD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5CE2AB-141F-6532-A25A-7AE75D2F1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33B0CD-4C4B-51BC-0DAB-37AD338B7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D612BB-1FAF-B38A-A618-C989E1C08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B53C25-1AC4-E602-A9BC-753E60F0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E6B84A-54D8-DA3B-D606-44B7823A9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74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74272-F75E-9C6D-0499-151431704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54A555-FC0A-3A43-06D1-959A1B613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684E80-D691-CB8F-EB05-BFB6E6E17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511215-2C22-938B-96EB-5FDEE2353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E5170BB-3D37-5F33-FF89-9F3BC2001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FE11DD5-CD82-F059-F197-81ACDD00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7A06485-CDD6-AE3F-5E1C-13994A8C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A79D28F-02B6-59C5-D94D-23F1CABC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4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CD17A-B31E-78F0-1093-6786BBFD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DDF36CE-78DA-F878-5696-70B9E30E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544BAA-F137-BA32-D2BF-659FFDFC7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7016BF-E137-AB6D-B75D-F6E9FC95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8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37A09B-0BD0-7A8A-563C-DD8860113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9023A2-B3F8-5C54-2904-B711276C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8FAEF5-81F0-F71F-F688-50F31585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87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821CD-5E3B-4F0F-F53C-5628B932B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39E81D-75C6-C048-A2BF-0E2B7A44A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B3ACCF-4C7F-3973-0CF3-75026509C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CA0993-557E-5FEC-0317-D553674D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940EBA-7763-73B6-60FF-9180D933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E9010-6EB0-9EF8-3A3A-A2BAB90C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03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89CAF-EDE1-33D0-ED3B-1A106887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C720B8-FBCE-CD7A-6572-C6ACFF4C4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931F40-2840-6CF6-D056-0A40CBD2C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12CF9A-D3C5-634D-747F-7EBA891F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02900A-3A08-AE64-F6DC-5B6563E3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0955D8-768E-3C50-7EA6-7DDBD588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62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0795C-B4BF-1D83-0E34-D2149CE3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71463E-51CB-2EDB-14CD-9E6723C93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CB96FA-DB11-0396-4981-21754D34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9621A1-E208-3E38-2B06-A7F2570D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B58D4B-30AF-9A77-2785-061F2E1E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12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7782997-3D07-14F1-521A-DB10B2FA7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E064EE-8CDD-1570-01B6-78232D3CE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3411A5-DC8B-5184-8C37-E0BCF395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5DBAF0-ED35-8A47-17A4-5A5156E1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36394C-25D8-0A9A-B7CC-45686BFA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80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4A78A-9010-C91F-4767-305FB5708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BE5815-DFF1-666A-8AC3-8409164A5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C1A9D7-4259-D608-CF9B-B1781233F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4E99F-145D-449C-A686-C7BC206B5323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24663-2C3A-17C4-DF7C-F0C8591BF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E6135-D939-E238-0C21-9ACED4A30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1C42E-FC18-4680-852F-84D2FFAF93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23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7AE690-D452-A209-BFF7-02A4732A0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39898"/>
            <a:ext cx="12192000" cy="30320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414DF1-B97E-3040-4DF5-A035A709B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686094"/>
            <a:ext cx="12192000" cy="308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88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8146FA-B672-2202-CE8B-284977F2A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2DB192-ACC1-7B16-1C9F-56F9351B1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653992"/>
            <a:ext cx="12192000" cy="308602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F4555E-8FAB-1978-9678-AA2106BFD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35010"/>
            <a:ext cx="12192000" cy="306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9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5C1BB-53DF-3600-E1B1-28910B2B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6DB324-20EA-41AA-F96B-1EEA75E31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701954"/>
            <a:ext cx="12192000" cy="301744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A02C87-AF1E-0B03-5E77-57B881D859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38606"/>
            <a:ext cx="12192000" cy="31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325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0</Words>
  <Application>Microsoft Office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Golubev Denis</dc:creator>
  <cp:lastModifiedBy>Golubev Denis</cp:lastModifiedBy>
  <cp:revision>5</cp:revision>
  <dcterms:created xsi:type="dcterms:W3CDTF">2025-12-10T00:50:11Z</dcterms:created>
  <dcterms:modified xsi:type="dcterms:W3CDTF">2025-12-10T20:06:48Z</dcterms:modified>
</cp:coreProperties>
</file>